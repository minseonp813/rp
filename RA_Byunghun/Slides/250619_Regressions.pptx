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54" r:id="rId2"/>
    <p:sldId id="681" r:id="rId3"/>
    <p:sldId id="682" r:id="rId4"/>
    <p:sldId id="683" r:id="rId5"/>
    <p:sldId id="68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7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195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989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927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46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371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43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3E477-4F70-41C1-B19B-86B0D650CA47}"/>
              </a:ext>
            </a:extLst>
          </p:cNvPr>
          <p:cNvSpPr txBox="1"/>
          <p:nvPr/>
        </p:nvSpPr>
        <p:spPr>
          <a:xfrm>
            <a:off x="410592" y="1448367"/>
            <a:ext cx="114014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This File Includes:</a:t>
            </a: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b="1" dirty="0"/>
              <a:t>Pooled Regression Results 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(collective CCEI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를 종속변수로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system-ui"/>
              </a:rPr>
              <a:t>CCEI_max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와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latin typeface="system-ui"/>
              </a:rPr>
              <a:t>CCEI_dist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system-ui"/>
              </a:rPr>
              <a:t>를 독립변수</a:t>
            </a:r>
            <a:r>
              <a:rPr lang="ko-KR" altLang="en-US" dirty="0">
                <a:solidFill>
                  <a:srgbClr val="222222"/>
                </a:solidFill>
                <a:latin typeface="system-ui"/>
              </a:rPr>
              <a:t>로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system-ui"/>
              </a:rPr>
              <a:t>)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2) Random Effects, Fixed Effects Results</a:t>
            </a:r>
            <a:br>
              <a:rPr lang="en-US" altLang="ko-KR" b="1" dirty="0"/>
            </a:br>
            <a:r>
              <a:rPr lang="en-US" altLang="ko-KR" b="1" dirty="0"/>
              <a:t> 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3) Hausman Test Results : </a:t>
            </a:r>
            <a:r>
              <a:rPr lang="ko-KR" altLang="en-US" b="1" dirty="0"/>
              <a:t>검정량이 크면</a:t>
            </a:r>
            <a:r>
              <a:rPr lang="en-US" altLang="ko-KR" b="1" dirty="0"/>
              <a:t>, </a:t>
            </a:r>
            <a:r>
              <a:rPr lang="ko-KR" altLang="en-US" b="1" dirty="0"/>
              <a:t>모형이 </a:t>
            </a:r>
            <a:r>
              <a:rPr lang="en-US" altLang="ko-KR" b="1" dirty="0"/>
              <a:t>Fixed Effects </a:t>
            </a:r>
            <a:r>
              <a:rPr lang="ko-KR" altLang="en-US" b="1" dirty="0"/>
              <a:t>쪽을 지지하고 있음을 의미합니다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 - FE </a:t>
            </a:r>
            <a:r>
              <a:rPr lang="ko-KR" altLang="en-US" b="1" dirty="0"/>
              <a:t>가 </a:t>
            </a:r>
            <a:r>
              <a:rPr lang="en-US" altLang="ko-KR" b="1" dirty="0"/>
              <a:t>RE</a:t>
            </a:r>
            <a:r>
              <a:rPr lang="ko-KR" altLang="en-US" b="1" dirty="0"/>
              <a:t>보다 더 적합하다는 </a:t>
            </a:r>
            <a:r>
              <a:rPr lang="en-US" altLang="ko-KR" b="1" dirty="0"/>
              <a:t>Test </a:t>
            </a:r>
            <a:r>
              <a:rPr lang="ko-KR" altLang="en-US" b="1" dirty="0"/>
              <a:t>결과가 나왔습니다</a:t>
            </a:r>
            <a:r>
              <a:rPr lang="en-US" altLang="ko-K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87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40184-5A77-4DF0-8AA5-B79FDE660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015" y="1669593"/>
            <a:ext cx="6788195" cy="4977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E66E1-46F3-411F-93E0-82C15F41B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6" y="307400"/>
            <a:ext cx="9847811" cy="61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5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0933B-DB91-4FF1-8869-9B64D2FD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74" y="1517469"/>
            <a:ext cx="7345652" cy="5017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7D246-AF71-4A5B-AD07-9814D76BE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18" y="323451"/>
            <a:ext cx="11798530" cy="5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5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2C717-888A-4606-BB38-7A94DA59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294" y="2002278"/>
            <a:ext cx="6855412" cy="4365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3A6DD-8812-403C-B795-6BE97A886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6" y="218568"/>
            <a:ext cx="9595317" cy="70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4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Regression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06CE3-7D64-43CA-B6BF-F66DAA4B7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733" y="2009619"/>
            <a:ext cx="5620534" cy="2229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5AE86-B3B6-491E-81C5-3F5D3535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7" y="155887"/>
            <a:ext cx="6142764" cy="8697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844CC-9FA4-4D73-9083-45BE259931F9}"/>
              </a:ext>
            </a:extLst>
          </p:cNvPr>
          <p:cNvSpPr txBox="1"/>
          <p:nvPr/>
        </p:nvSpPr>
        <p:spPr>
          <a:xfrm>
            <a:off x="1219201" y="4936112"/>
            <a:ext cx="106070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Note: Hausman tests compare fixed and random effects estimators.  A significant result (low p-value) suggests that the random effects assumptions are violated, favoring the use of fixed effects.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0010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15904</TotalTime>
  <Words>112</Words>
  <Application>Microsoft Office PowerPoint</Application>
  <PresentationFormat>Widescreen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system-ui</vt:lpstr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1735</cp:revision>
  <dcterms:created xsi:type="dcterms:W3CDTF">2024-09-27T06:19:06Z</dcterms:created>
  <dcterms:modified xsi:type="dcterms:W3CDTF">2025-06-19T09:02:43Z</dcterms:modified>
</cp:coreProperties>
</file>