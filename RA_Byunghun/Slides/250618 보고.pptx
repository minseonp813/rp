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654" r:id="rId2"/>
    <p:sldId id="676" r:id="rId3"/>
    <p:sldId id="677" r:id="rId4"/>
    <p:sldId id="678" r:id="rId5"/>
    <p:sldId id="679" r:id="rId6"/>
    <p:sldId id="683" r:id="rId7"/>
    <p:sldId id="684" r:id="rId8"/>
    <p:sldId id="680" r:id="rId9"/>
    <p:sldId id="68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yunghun Hahn" initials="BH" lastIdx="1" clrIdx="0">
    <p:extLst>
      <p:ext uri="{19B8F6BF-5375-455C-9EA6-DF929625EA0E}">
        <p15:presenceInfo xmlns:p15="http://schemas.microsoft.com/office/powerpoint/2012/main" userId="5df8f655dd3e21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52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7" autoAdjust="0"/>
    <p:restoredTop sz="94745" autoAdjust="0"/>
  </p:normalViewPr>
  <p:slideViewPr>
    <p:cSldViewPr snapToGrid="0">
      <p:cViewPr varScale="1">
        <p:scale>
          <a:sx n="86" d="100"/>
          <a:sy n="86" d="100"/>
        </p:scale>
        <p:origin x="195" y="36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383EF-293D-4EA2-AC03-73DDBE98D37E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9443E-C4B0-4397-8D74-785696C78C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1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989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806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539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747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15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287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011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50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9443E-C4B0-4397-8D74-785696C78C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927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097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22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48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4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7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35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43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618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00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2B02-ABEC-4C35-B4C6-ED132273360C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2AEF-13C9-4F39-B839-D0D79DDE57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543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3E477-4F70-41C1-B19B-86B0D650CA47}"/>
              </a:ext>
            </a:extLst>
          </p:cNvPr>
          <p:cNvSpPr txBox="1"/>
          <p:nvPr/>
        </p:nvSpPr>
        <p:spPr>
          <a:xfrm>
            <a:off x="410592" y="1448367"/>
            <a:ext cx="114014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2060"/>
                </a:solidFill>
              </a:rPr>
              <a:t>This File Includes:</a:t>
            </a: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en-US" altLang="ko-KR" b="1" dirty="0">
              <a:solidFill>
                <a:srgbClr val="002060"/>
              </a:solidFill>
            </a:endParaRPr>
          </a:p>
          <a:p>
            <a:pPr marL="342900" indent="-342900">
              <a:buAutoNum type="arabicParenR"/>
            </a:pPr>
            <a:r>
              <a:rPr lang="en-US" altLang="ko-KR" b="1" dirty="0"/>
              <a:t>Baseline</a:t>
            </a:r>
            <a:r>
              <a:rPr lang="ko-KR" altLang="en-US" b="1" dirty="0"/>
              <a:t>과 </a:t>
            </a:r>
            <a:r>
              <a:rPr lang="en-US" altLang="ko-KR" b="1" dirty="0" err="1"/>
              <a:t>endline</a:t>
            </a:r>
            <a:r>
              <a:rPr lang="en-US" altLang="ko-KR" b="1" dirty="0"/>
              <a:t> </a:t>
            </a:r>
            <a:r>
              <a:rPr lang="ko-KR" altLang="en-US" b="1" dirty="0"/>
              <a:t>각각에 대해서</a:t>
            </a:r>
            <a:r>
              <a:rPr lang="en-US" altLang="ko-KR" b="1" dirty="0"/>
              <a:t>, </a:t>
            </a:r>
            <a:r>
              <a:rPr lang="en-US" altLang="ko-KR" b="1" dirty="0" err="1"/>
              <a:t>CCEI_hg</a:t>
            </a:r>
            <a:r>
              <a:rPr lang="en-US" altLang="ko-KR" b="1" dirty="0"/>
              <a:t> - </a:t>
            </a:r>
            <a:r>
              <a:rPr lang="en-US" altLang="ko-KR" b="1" dirty="0" err="1"/>
              <a:t>CCEI_lg</a:t>
            </a:r>
            <a:r>
              <a:rPr lang="ko-KR" altLang="en-US" b="1" dirty="0"/>
              <a:t>에 대한 분포 </a:t>
            </a:r>
            <a:endParaRPr lang="en-US" altLang="ko-KR" b="1" dirty="0"/>
          </a:p>
          <a:p>
            <a:br>
              <a:rPr lang="en-US" altLang="ko-KR" b="1" dirty="0"/>
            </a:br>
            <a:r>
              <a:rPr lang="en-US" altLang="ko-KR" b="1" dirty="0"/>
              <a:t>   (</a:t>
            </a:r>
            <a:r>
              <a:rPr lang="en-US" altLang="ko-KR" b="1" dirty="0" err="1"/>
              <a:t>CCEI_hg</a:t>
            </a:r>
            <a:r>
              <a:rPr lang="en-US" altLang="ko-KR" b="1" dirty="0"/>
              <a:t> - </a:t>
            </a:r>
            <a:r>
              <a:rPr lang="en-US" altLang="ko-KR" b="1" dirty="0" err="1"/>
              <a:t>CCEI_lg</a:t>
            </a:r>
            <a:r>
              <a:rPr lang="en-US" altLang="ko-KR" b="1" dirty="0"/>
              <a:t> &gt;0 </a:t>
            </a:r>
            <a:r>
              <a:rPr lang="ko-KR" altLang="en-US" b="1" dirty="0"/>
              <a:t>과 </a:t>
            </a:r>
            <a:r>
              <a:rPr lang="en-US" altLang="ko-KR" b="1" dirty="0" err="1"/>
              <a:t>CCEI_hg</a:t>
            </a:r>
            <a:r>
              <a:rPr lang="en-US" altLang="ko-KR" b="1" dirty="0"/>
              <a:t> - </a:t>
            </a:r>
            <a:r>
              <a:rPr lang="en-US" altLang="ko-KR" b="1" dirty="0" err="1"/>
              <a:t>CCEI_lg</a:t>
            </a:r>
            <a:r>
              <a:rPr lang="en-US" altLang="ko-KR" b="1" dirty="0"/>
              <a:t> &lt; 0</a:t>
            </a:r>
            <a:r>
              <a:rPr lang="ko-KR" altLang="en-US" b="1" dirty="0"/>
              <a:t>에 대한 빈도 정보 포함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2) Baseline</a:t>
            </a:r>
            <a:r>
              <a:rPr lang="ko-KR" altLang="en-US" b="1" dirty="0"/>
              <a:t>과 </a:t>
            </a:r>
            <a:r>
              <a:rPr lang="en-US" altLang="ko-KR" b="1" dirty="0" err="1"/>
              <a:t>endline</a:t>
            </a:r>
            <a:r>
              <a:rPr lang="ko-KR" altLang="en-US" b="1" dirty="0"/>
              <a:t>의 </a:t>
            </a:r>
            <a:r>
              <a:rPr lang="en-US" altLang="ko-KR" b="1" dirty="0" err="1"/>
              <a:t>CCEI_hg</a:t>
            </a:r>
            <a:r>
              <a:rPr lang="en-US" altLang="ko-KR" b="1" dirty="0"/>
              <a:t> - </a:t>
            </a:r>
            <a:r>
              <a:rPr lang="en-US" altLang="ko-KR" b="1" dirty="0" err="1"/>
              <a:t>CCEI_lg</a:t>
            </a:r>
            <a:r>
              <a:rPr lang="ko-KR" altLang="en-US" b="1" dirty="0"/>
              <a:t>를 각각 </a:t>
            </a:r>
            <a:r>
              <a:rPr lang="en-US" altLang="ko-KR" b="1" dirty="0"/>
              <a:t>x</a:t>
            </a:r>
            <a:r>
              <a:rPr lang="ko-KR" altLang="en-US" b="1" dirty="0"/>
              <a:t>축과 </a:t>
            </a:r>
            <a:r>
              <a:rPr lang="en-US" altLang="ko-KR" b="1" dirty="0"/>
              <a:t>y</a:t>
            </a:r>
            <a:r>
              <a:rPr lang="ko-KR" altLang="en-US" b="1" dirty="0"/>
              <a:t>축에 놓고</a:t>
            </a:r>
            <a:r>
              <a:rPr lang="en-US" altLang="ko-KR" b="1" dirty="0"/>
              <a:t>, density</a:t>
            </a:r>
            <a:r>
              <a:rPr lang="ko-KR" altLang="en-US" b="1" dirty="0"/>
              <a:t> </a:t>
            </a:r>
            <a:r>
              <a:rPr lang="en-US" altLang="ko-KR" b="1" dirty="0"/>
              <a:t>scatter plot.</a:t>
            </a:r>
          </a:p>
          <a:p>
            <a:endParaRPr lang="en-US" altLang="ko-KR" b="1" dirty="0"/>
          </a:p>
          <a:p>
            <a:r>
              <a:rPr lang="en-US" altLang="ko-KR" b="1" dirty="0"/>
              <a:t> </a:t>
            </a:r>
          </a:p>
          <a:p>
            <a:endParaRPr lang="en-US" altLang="ko-KR" b="1" dirty="0"/>
          </a:p>
          <a:p>
            <a:r>
              <a:rPr lang="en-US" altLang="ko-KR" b="1" dirty="0"/>
              <a:t>3) Baseline</a:t>
            </a:r>
            <a:r>
              <a:rPr lang="ko-KR" altLang="en-US" b="1" dirty="0"/>
              <a:t>에서 </a:t>
            </a:r>
            <a:r>
              <a:rPr lang="en-US" altLang="ko-KR" b="1" dirty="0"/>
              <a:t>h</a:t>
            </a:r>
            <a:r>
              <a:rPr lang="ko-KR" altLang="en-US" b="1" dirty="0"/>
              <a:t>와 </a:t>
            </a:r>
            <a:r>
              <a:rPr lang="en-US" altLang="ko-KR" b="1" dirty="0"/>
              <a:t>l</a:t>
            </a:r>
            <a:r>
              <a:rPr lang="ko-KR" altLang="en-US" b="1" dirty="0"/>
              <a:t>을 정의하고</a:t>
            </a:r>
            <a:r>
              <a:rPr lang="en-US" altLang="ko-KR" b="1" dirty="0"/>
              <a:t>, </a:t>
            </a:r>
            <a:r>
              <a:rPr lang="ko-KR" altLang="en-US" b="1" dirty="0"/>
              <a:t>이 개인들을 고정하고 위의 </a:t>
            </a:r>
            <a:r>
              <a:rPr lang="en-US" altLang="ko-KR" b="1" dirty="0"/>
              <a:t>1)</a:t>
            </a:r>
            <a:r>
              <a:rPr lang="ko-KR" altLang="en-US" b="1" dirty="0"/>
              <a:t>과 </a:t>
            </a:r>
            <a:r>
              <a:rPr lang="en-US" altLang="ko-KR" b="1" dirty="0"/>
              <a:t>2) </a:t>
            </a:r>
            <a:r>
              <a:rPr lang="ko-KR" altLang="en-US" b="1" dirty="0"/>
              <a:t>분석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5287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78AA6-7D7C-44AB-A4A1-2300E8F2E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" y="1580443"/>
            <a:ext cx="6153195" cy="4229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E13EB3-196D-428F-A93C-F3AF5FE82C7F}"/>
              </a:ext>
            </a:extLst>
          </p:cNvPr>
          <p:cNvSpPr txBox="1"/>
          <p:nvPr/>
        </p:nvSpPr>
        <p:spPr>
          <a:xfrm>
            <a:off x="1601808" y="6146301"/>
            <a:ext cx="3895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음수 </a:t>
            </a:r>
            <a:r>
              <a:rPr lang="en-US" altLang="ko-KR" b="1" dirty="0"/>
              <a:t>124</a:t>
            </a:r>
            <a:r>
              <a:rPr lang="en-US" altLang="ko-KR" dirty="0"/>
              <a:t>,  0  </a:t>
            </a:r>
            <a:r>
              <a:rPr lang="en-US" altLang="ko-KR" b="1" dirty="0"/>
              <a:t>59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양수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474 (72%)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976149-0854-4546-9ACA-72D91ABB4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412" y="1619753"/>
            <a:ext cx="6096000" cy="418982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4E02ED-53F8-4B77-9444-9D28BAE80C64}"/>
              </a:ext>
            </a:extLst>
          </p:cNvPr>
          <p:cNvSpPr txBox="1"/>
          <p:nvPr/>
        </p:nvSpPr>
        <p:spPr>
          <a:xfrm>
            <a:off x="7190574" y="6060403"/>
            <a:ext cx="3895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음수 </a:t>
            </a:r>
            <a:r>
              <a:rPr lang="en-US" altLang="ko-KR" b="1" dirty="0"/>
              <a:t>109</a:t>
            </a:r>
            <a:r>
              <a:rPr lang="en-US" altLang="ko-KR" dirty="0"/>
              <a:t>,  0  </a:t>
            </a:r>
            <a:r>
              <a:rPr lang="en-US" altLang="ko-KR" b="1" dirty="0"/>
              <a:t>62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양수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486 (74%)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81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CB59AA-4C6C-4C57-A5A6-1D001D95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0" y="1796839"/>
            <a:ext cx="6069693" cy="41717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626B2A-7010-4953-809A-38F07E490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796839"/>
            <a:ext cx="6156960" cy="423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2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A954C-BFF9-4493-A7CB-35B81319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94" y="1402580"/>
            <a:ext cx="7582612" cy="52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0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5A710F-5EF4-42CE-9661-A46BC5435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55" y="1297483"/>
            <a:ext cx="6721009" cy="4612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F28E26-973D-4BFE-9E06-B1A68AC73C0C}"/>
              </a:ext>
            </a:extLst>
          </p:cNvPr>
          <p:cNvSpPr txBox="1"/>
          <p:nvPr/>
        </p:nvSpPr>
        <p:spPr>
          <a:xfrm>
            <a:off x="5575292" y="5910349"/>
            <a:ext cx="6444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3D</a:t>
            </a:r>
            <a:r>
              <a:rPr lang="ko-KR" altLang="en-US" b="1" dirty="0">
                <a:solidFill>
                  <a:srgbClr val="C00000"/>
                </a:solidFill>
              </a:rPr>
              <a:t>로 보면</a:t>
            </a:r>
            <a:r>
              <a:rPr lang="en-US" altLang="ko-KR" b="1" dirty="0">
                <a:solidFill>
                  <a:srgbClr val="C00000"/>
                </a:solidFill>
              </a:rPr>
              <a:t>, 0</a:t>
            </a:r>
            <a:r>
              <a:rPr lang="ko-KR" altLang="en-US" b="1" dirty="0">
                <a:solidFill>
                  <a:srgbClr val="C00000"/>
                </a:solidFill>
              </a:rPr>
              <a:t> 근처 양수에 극단적으로 몰려 있는 구조입니다</a:t>
            </a:r>
            <a:r>
              <a:rPr lang="en-US" altLang="ko-KR" b="1" dirty="0">
                <a:solidFill>
                  <a:srgbClr val="C00000"/>
                </a:solidFill>
              </a:rPr>
              <a:t>.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66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78AA6-7D7C-44AB-A4A1-2300E8F2E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" y="1580443"/>
            <a:ext cx="6153195" cy="4229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E13EB3-196D-428F-A93C-F3AF5FE82C7F}"/>
              </a:ext>
            </a:extLst>
          </p:cNvPr>
          <p:cNvSpPr txBox="1"/>
          <p:nvPr/>
        </p:nvSpPr>
        <p:spPr>
          <a:xfrm>
            <a:off x="1413386" y="6060403"/>
            <a:ext cx="3895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음수 </a:t>
            </a:r>
            <a:r>
              <a:rPr lang="en-US" altLang="ko-KR" b="1" dirty="0"/>
              <a:t>124</a:t>
            </a:r>
            <a:r>
              <a:rPr lang="en-US" altLang="ko-KR" dirty="0"/>
              <a:t>,  0  </a:t>
            </a:r>
            <a:r>
              <a:rPr lang="en-US" altLang="ko-KR" b="1" dirty="0"/>
              <a:t>59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양수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474 (72%)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E02ED-53F8-4B77-9444-9D28BAE80C64}"/>
              </a:ext>
            </a:extLst>
          </p:cNvPr>
          <p:cNvSpPr txBox="1"/>
          <p:nvPr/>
        </p:nvSpPr>
        <p:spPr>
          <a:xfrm>
            <a:off x="7190575" y="6060403"/>
            <a:ext cx="367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음수 </a:t>
            </a:r>
            <a:r>
              <a:rPr lang="en-US" altLang="ko-KR" b="1" dirty="0"/>
              <a:t>283</a:t>
            </a:r>
            <a:r>
              <a:rPr lang="en-US" altLang="ko-KR" dirty="0"/>
              <a:t>,  0  </a:t>
            </a:r>
            <a:r>
              <a:rPr lang="en-US" altLang="ko-KR" b="1" dirty="0"/>
              <a:t>62</a:t>
            </a:r>
            <a:r>
              <a:rPr lang="en-US" altLang="ko-KR" dirty="0"/>
              <a:t>, </a:t>
            </a:r>
            <a:r>
              <a:rPr lang="ko-KR" altLang="en-US" dirty="0">
                <a:solidFill>
                  <a:srgbClr val="C00000"/>
                </a:solidFill>
              </a:rPr>
              <a:t>양수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en-US" altLang="ko-KR" b="1" dirty="0">
                <a:solidFill>
                  <a:srgbClr val="C00000"/>
                </a:solidFill>
              </a:rPr>
              <a:t>312 (47%)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9B53E-F97E-405D-8289-3A51EEA6684D}"/>
              </a:ext>
            </a:extLst>
          </p:cNvPr>
          <p:cNvSpPr txBox="1"/>
          <p:nvPr/>
        </p:nvSpPr>
        <p:spPr>
          <a:xfrm>
            <a:off x="3491345" y="3173675"/>
            <a:ext cx="1474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Baseline</a:t>
            </a:r>
            <a:r>
              <a:rPr lang="ko-KR" altLang="en-US" b="1" dirty="0">
                <a:solidFill>
                  <a:srgbClr val="C00000"/>
                </a:solidFill>
              </a:rPr>
              <a:t>은 앞과 동일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C8656-EDC2-4A9B-AEF9-483D29338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671" y="1580442"/>
            <a:ext cx="6153197" cy="422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87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CB59AA-4C6C-4C57-A5A6-1D001D952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0" y="1796839"/>
            <a:ext cx="6069693" cy="4171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6B97B9-0F27-4AFE-A7B6-302FA5AEBE07}"/>
              </a:ext>
            </a:extLst>
          </p:cNvPr>
          <p:cNvSpPr txBox="1"/>
          <p:nvPr/>
        </p:nvSpPr>
        <p:spPr>
          <a:xfrm>
            <a:off x="3696393" y="3378722"/>
            <a:ext cx="1474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Baseline</a:t>
            </a:r>
            <a:r>
              <a:rPr lang="ko-KR" altLang="en-US" b="1" dirty="0">
                <a:solidFill>
                  <a:srgbClr val="C00000"/>
                </a:solidFill>
              </a:rPr>
              <a:t>은 앞과 동일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C8919-4C84-430B-96BB-73E14D957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313" y="1704054"/>
            <a:ext cx="6339687" cy="435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3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88F5D-583B-42CC-840B-B0CC5EBD7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901" y="1354798"/>
            <a:ext cx="7660197" cy="526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89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081216"/>
          </a:xfrm>
          <a:prstGeom prst="rect">
            <a:avLst/>
          </a:prstGeom>
          <a:solidFill>
            <a:srgbClr val="0020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5522" y="155887"/>
            <a:ext cx="11306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Cambria" panose="02040503050406030204" pitchFamily="18" charset="0"/>
              </a:rPr>
              <a:t>Graphs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18739-5283-49DE-8F35-785B658E5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14" y="1483092"/>
            <a:ext cx="7260329" cy="498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53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15898</TotalTime>
  <Words>176</Words>
  <Application>Microsoft Office PowerPoint</Application>
  <PresentationFormat>Widescreen</PresentationFormat>
  <Paragraphs>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Cambria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한병헌</dc:creator>
  <cp:lastModifiedBy>Byunghun Hahn</cp:lastModifiedBy>
  <cp:revision>1730</cp:revision>
  <dcterms:created xsi:type="dcterms:W3CDTF">2024-09-27T06:19:06Z</dcterms:created>
  <dcterms:modified xsi:type="dcterms:W3CDTF">2025-06-18T14:31:03Z</dcterms:modified>
</cp:coreProperties>
</file>