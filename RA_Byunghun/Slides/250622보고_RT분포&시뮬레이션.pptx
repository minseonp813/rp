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686" r:id="rId2"/>
    <p:sldId id="716" r:id="rId3"/>
    <p:sldId id="724" r:id="rId4"/>
    <p:sldId id="725" r:id="rId5"/>
    <p:sldId id="726" r:id="rId6"/>
    <p:sldId id="721" r:id="rId7"/>
    <p:sldId id="727" r:id="rId8"/>
    <p:sldId id="728" r:id="rId9"/>
    <p:sldId id="729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yunghun Hahn" initials="BH" lastIdx="1" clrIdx="0">
    <p:extLst>
      <p:ext uri="{19B8F6BF-5375-455C-9EA6-DF929625EA0E}">
        <p15:presenceInfo xmlns:p15="http://schemas.microsoft.com/office/powerpoint/2012/main" userId="5df8f655dd3e21a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52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71" autoAdjust="0"/>
    <p:restoredTop sz="94745" autoAdjust="0"/>
  </p:normalViewPr>
  <p:slideViewPr>
    <p:cSldViewPr snapToGrid="0">
      <p:cViewPr varScale="1">
        <p:scale>
          <a:sx n="86" d="100"/>
          <a:sy n="86" d="100"/>
        </p:scale>
        <p:origin x="204" y="36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8383EF-293D-4EA2-AC03-73DDBE98D37E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9443E-C4B0-4397-8D74-785696C78C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19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781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618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3730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06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058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159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1305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6692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206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097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228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485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49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77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643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356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436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182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009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80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42B02-ABEC-4C35-B4C6-ED132273360C}" type="datetimeFigureOut">
              <a:rPr lang="ko-KR" altLang="en-US" smtClean="0"/>
              <a:t>2025-06-22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543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86A44-A7B2-4246-9D44-DB1215FF5CBE}"/>
              </a:ext>
            </a:extLst>
          </p:cNvPr>
          <p:cNvSpPr txBox="1"/>
          <p:nvPr/>
        </p:nvSpPr>
        <p:spPr>
          <a:xfrm>
            <a:off x="484569" y="1466073"/>
            <a:ext cx="11348427" cy="1891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This</a:t>
            </a:r>
            <a:r>
              <a:rPr lang="ko-KR" altLang="en-US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file includes:</a:t>
            </a:r>
          </a:p>
          <a:p>
            <a:pPr>
              <a:lnSpc>
                <a:spcPct val="150000"/>
              </a:lnSpc>
            </a:pPr>
            <a:endParaRPr lang="en-US" altLang="ko-KR" sz="16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Simulation Results (Figure 1 Replication)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6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distribution of | RT – </a:t>
            </a:r>
            <a:r>
              <a:rPr lang="en-US" altLang="ko-KR" sz="1600" b="1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RT_g</a:t>
            </a:r>
            <a:r>
              <a:rPr lang="en-US" altLang="ko-KR" sz="16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|   </a:t>
            </a:r>
          </a:p>
        </p:txBody>
      </p:sp>
    </p:spTree>
    <p:extLst>
      <p:ext uri="{BB962C8B-B14F-4D97-AF65-F5344CB8AC3E}">
        <p14:creationId xmlns:p14="http://schemas.microsoft.com/office/powerpoint/2010/main" val="2224782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635C32-23AF-4156-BD8F-26BC75523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619" y="1237103"/>
            <a:ext cx="8500328" cy="5395258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latin typeface="Cambria" panose="02040503050406030204" pitchFamily="18" charset="0"/>
              </a:rPr>
              <a:t>Simulation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7EB9EE-EA14-412D-B08E-C5B6F14137AA}"/>
              </a:ext>
            </a:extLst>
          </p:cNvPr>
          <p:cNvSpPr txBox="1"/>
          <p:nvPr/>
        </p:nvSpPr>
        <p:spPr>
          <a:xfrm>
            <a:off x="2754284" y="2852297"/>
            <a:ext cx="4189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</a:rPr>
              <a:t>25,000 subjects makes 50 choices 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720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latin typeface="Cambria" panose="02040503050406030204" pitchFamily="18" charset="0"/>
              </a:rPr>
              <a:t>Simulation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D519CD0-C564-484C-B728-951ABBF5A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7" y="1237103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6830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latin typeface="Cambria" panose="02040503050406030204" pitchFamily="18" charset="0"/>
              </a:rPr>
              <a:t>Simulation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4E37107-43D0-45B0-A8C2-C846C5663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7" y="1237103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3988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latin typeface="Cambria" panose="02040503050406030204" pitchFamily="18" charset="0"/>
              </a:rPr>
              <a:t>Simulation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AFA9712-9156-4B9F-A106-116667DFF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7" y="1238250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4084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latin typeface="Cambria" panose="02040503050406030204" pitchFamily="18" charset="0"/>
              </a:rPr>
              <a:t>Graphs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E8CEEF-EB89-4BE6-9119-87E881A9E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519" y="1081216"/>
            <a:ext cx="8404961" cy="57767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4A2503-4D55-45D4-AF0A-F4379C1BA973}"/>
              </a:ext>
            </a:extLst>
          </p:cNvPr>
          <p:cNvSpPr txBox="1"/>
          <p:nvPr/>
        </p:nvSpPr>
        <p:spPr>
          <a:xfrm>
            <a:off x="7622428" y="4198959"/>
            <a:ext cx="4189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</a:rPr>
              <a:t>high = RT </a:t>
            </a:r>
            <a:r>
              <a:rPr lang="ko-KR" altLang="en-US" b="1" dirty="0">
                <a:solidFill>
                  <a:srgbClr val="C00000"/>
                </a:solidFill>
              </a:rPr>
              <a:t>가 큰 사람을 의미</a:t>
            </a:r>
          </a:p>
        </p:txBody>
      </p:sp>
    </p:spTree>
    <p:extLst>
      <p:ext uri="{BB962C8B-B14F-4D97-AF65-F5344CB8AC3E}">
        <p14:creationId xmlns:p14="http://schemas.microsoft.com/office/powerpoint/2010/main" val="4049502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latin typeface="Cambria" panose="02040503050406030204" pitchFamily="18" charset="0"/>
              </a:rPr>
              <a:t>Graphs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5CD382-BEC4-494F-A678-A70CF25AE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370" y="1086509"/>
            <a:ext cx="8397259" cy="57714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7E6AAE-F703-4F48-A67E-4E0BB27091DF}"/>
              </a:ext>
            </a:extLst>
          </p:cNvPr>
          <p:cNvSpPr txBox="1"/>
          <p:nvPr/>
        </p:nvSpPr>
        <p:spPr>
          <a:xfrm>
            <a:off x="7622428" y="4198959"/>
            <a:ext cx="4189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</a:rPr>
              <a:t>high = RT </a:t>
            </a:r>
            <a:r>
              <a:rPr lang="ko-KR" altLang="en-US" b="1" dirty="0">
                <a:solidFill>
                  <a:srgbClr val="C00000"/>
                </a:solidFill>
              </a:rPr>
              <a:t>가 큰 사람을 의미</a:t>
            </a:r>
          </a:p>
        </p:txBody>
      </p:sp>
    </p:spTree>
    <p:extLst>
      <p:ext uri="{BB962C8B-B14F-4D97-AF65-F5344CB8AC3E}">
        <p14:creationId xmlns:p14="http://schemas.microsoft.com/office/powerpoint/2010/main" val="3264358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latin typeface="Cambria" panose="02040503050406030204" pitchFamily="18" charset="0"/>
              </a:rPr>
              <a:t>Graphs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7BB1B3-6C84-4DC7-816E-D36C4D3BC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683" y="1081216"/>
            <a:ext cx="8380634" cy="57600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5CFCDB-D365-4B85-8607-92883BC145D8}"/>
              </a:ext>
            </a:extLst>
          </p:cNvPr>
          <p:cNvSpPr txBox="1"/>
          <p:nvPr/>
        </p:nvSpPr>
        <p:spPr>
          <a:xfrm>
            <a:off x="7622428" y="4198959"/>
            <a:ext cx="4189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</a:rPr>
              <a:t>high = CCEI</a:t>
            </a:r>
            <a:r>
              <a:rPr lang="ko-KR" altLang="en-US" b="1" dirty="0">
                <a:solidFill>
                  <a:srgbClr val="C00000"/>
                </a:solidFill>
              </a:rPr>
              <a:t> 기준 </a:t>
            </a:r>
            <a:r>
              <a:rPr lang="en-US" altLang="ko-KR" b="1" dirty="0">
                <a:solidFill>
                  <a:srgbClr val="C00000"/>
                </a:solidFill>
              </a:rPr>
              <a:t>high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888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latin typeface="Cambria" panose="02040503050406030204" pitchFamily="18" charset="0"/>
              </a:rPr>
              <a:t>Graphs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657067-8F2A-4584-993E-4DC553AAF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520" y="1081217"/>
            <a:ext cx="8404959" cy="57767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1777B6-C972-4E93-B6C7-3877E3BC1347}"/>
              </a:ext>
            </a:extLst>
          </p:cNvPr>
          <p:cNvSpPr txBox="1"/>
          <p:nvPr/>
        </p:nvSpPr>
        <p:spPr>
          <a:xfrm>
            <a:off x="7622428" y="4198959"/>
            <a:ext cx="4189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</a:rPr>
              <a:t>high = CCEI</a:t>
            </a:r>
            <a:r>
              <a:rPr lang="ko-KR" altLang="en-US" b="1" dirty="0">
                <a:solidFill>
                  <a:srgbClr val="C00000"/>
                </a:solidFill>
              </a:rPr>
              <a:t> 기준 </a:t>
            </a:r>
            <a:r>
              <a:rPr lang="en-US" altLang="ko-KR" b="1" dirty="0">
                <a:solidFill>
                  <a:srgbClr val="C00000"/>
                </a:solidFill>
              </a:rPr>
              <a:t>high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605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16847</TotalTime>
  <Words>66</Words>
  <Application>Microsoft Office PowerPoint</Application>
  <PresentationFormat>Widescreen</PresentationFormat>
  <Paragraphs>27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Cambria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한병헌</dc:creator>
  <cp:lastModifiedBy>Byunghun Hahn</cp:lastModifiedBy>
  <cp:revision>1828</cp:revision>
  <dcterms:created xsi:type="dcterms:W3CDTF">2024-09-27T06:19:06Z</dcterms:created>
  <dcterms:modified xsi:type="dcterms:W3CDTF">2025-06-22T14:09:26Z</dcterms:modified>
</cp:coreProperties>
</file>