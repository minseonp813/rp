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663" r:id="rId2"/>
    <p:sldId id="685" r:id="rId3"/>
    <p:sldId id="686" r:id="rId4"/>
    <p:sldId id="688" r:id="rId5"/>
    <p:sldId id="661" r:id="rId6"/>
    <p:sldId id="687" r:id="rId7"/>
    <p:sldId id="691" r:id="rId8"/>
    <p:sldId id="694" r:id="rId9"/>
    <p:sldId id="689" r:id="rId10"/>
    <p:sldId id="690" r:id="rId11"/>
    <p:sldId id="699" r:id="rId12"/>
    <p:sldId id="695" r:id="rId13"/>
    <p:sldId id="696" r:id="rId14"/>
    <p:sldId id="69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7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195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51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035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016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61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71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906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314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146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001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501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53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21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41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66269" y="1661984"/>
            <a:ext cx="817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latin typeface="Cambria" panose="02040503050406030204" pitchFamily="18" charset="0"/>
              </a:rPr>
              <a:t>RP Simulation</a:t>
            </a:r>
            <a:endParaRPr lang="ko-KR" altLang="en-US" sz="5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6269" y="3099487"/>
            <a:ext cx="817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Byunghun</a:t>
            </a:r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Hahn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</a:rPr>
              <a:t>2025-07-08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53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86A44-A7B2-4246-9D44-DB1215FF5CBE}"/>
              </a:ext>
            </a:extLst>
          </p:cNvPr>
          <p:cNvSpPr txBox="1"/>
          <p:nvPr/>
        </p:nvSpPr>
        <p:spPr>
          <a:xfrm>
            <a:off x="484569" y="1610161"/>
            <a:ext cx="11348427" cy="336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1: Game Round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늘리는 것이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변별에 도움이 되는가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Yes 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2: 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예산선의 절편을 작게 하면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단위를 바꾸면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CCEI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변별에 도움이 되는지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Yes</a:t>
            </a:r>
            <a:endParaRPr lang="en-US" altLang="ko-KR" b="1" kern="10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D9AC1-EEC6-49E4-B3DE-28FFFAA059BA}"/>
              </a:ext>
            </a:extLst>
          </p:cNvPr>
          <p:cNvSpPr txBox="1"/>
          <p:nvPr/>
        </p:nvSpPr>
        <p:spPr>
          <a:xfrm>
            <a:off x="484569" y="5501886"/>
            <a:ext cx="923266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3: 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다른 조건은 그대로일때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 바뀌면 어떤 차이가 있는가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355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286AC-9E34-4607-ADCE-C23713605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422" y="1081215"/>
            <a:ext cx="7992722" cy="57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0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12881-B398-443F-8090-CDB2D2F87098}"/>
              </a:ext>
            </a:extLst>
          </p:cNvPr>
          <p:cNvSpPr txBox="1"/>
          <p:nvPr/>
        </p:nvSpPr>
        <p:spPr>
          <a:xfrm>
            <a:off x="814648" y="1876042"/>
            <a:ext cx="912183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1: Game Round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늘리는 것이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변별에 도움이 되는가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Yes </a:t>
            </a:r>
          </a:p>
        </p:txBody>
      </p:sp>
    </p:spTree>
    <p:extLst>
      <p:ext uri="{BB962C8B-B14F-4D97-AF65-F5344CB8AC3E}">
        <p14:creationId xmlns:p14="http://schemas.microsoft.com/office/powerpoint/2010/main" val="319568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5BC5E-8C9F-4EAA-B1FD-9FB1F6F4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70" y="1237103"/>
            <a:ext cx="9420225" cy="5619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5DFB12-1EEF-4B44-B7A0-E333D79088F1}"/>
              </a:ext>
            </a:extLst>
          </p:cNvPr>
          <p:cNvSpPr txBox="1"/>
          <p:nvPr/>
        </p:nvSpPr>
        <p:spPr>
          <a:xfrm>
            <a:off x="3657600" y="2093205"/>
            <a:ext cx="3773978" cy="218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gammas = [0.25, 0.5, 1, 5, 10]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rho = 0.5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x_min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</a:rPr>
              <a:t>x_max</a:t>
            </a:r>
            <a:r>
              <a:rPr lang="en-US" altLang="ko-KR" b="1" dirty="0">
                <a:solidFill>
                  <a:srgbClr val="C00000"/>
                </a:solidFill>
              </a:rPr>
              <a:t> = 1, 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n_group</a:t>
            </a:r>
            <a:r>
              <a:rPr lang="en-US" altLang="ko-KR" b="1" dirty="0"/>
              <a:t> = 100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n_rounds</a:t>
            </a:r>
            <a:r>
              <a:rPr lang="en-US" altLang="ko-KR" b="1" dirty="0">
                <a:solidFill>
                  <a:srgbClr val="C00000"/>
                </a:solidFill>
              </a:rPr>
              <a:t> = 18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0824A6-109F-4936-A8DF-FF644B242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70" y="1238250"/>
            <a:ext cx="9420225" cy="5619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FB2CD-3923-4578-9460-9AD41B56D898}"/>
              </a:ext>
            </a:extLst>
          </p:cNvPr>
          <p:cNvSpPr txBox="1"/>
          <p:nvPr/>
        </p:nvSpPr>
        <p:spPr>
          <a:xfrm>
            <a:off x="3707476" y="1854907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gammas = [0.25, 0.5, 1, 5, 10]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rho = 0.5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x_min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</a:rPr>
              <a:t>x_max</a:t>
            </a:r>
            <a:r>
              <a:rPr lang="en-US" altLang="ko-KR" b="1" dirty="0">
                <a:solidFill>
                  <a:srgbClr val="C00000"/>
                </a:solidFill>
              </a:rPr>
              <a:t> = 1, 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n_group</a:t>
            </a:r>
            <a:r>
              <a:rPr lang="en-US" altLang="ko-KR" b="1" dirty="0"/>
              <a:t> = 100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n_rounds</a:t>
            </a:r>
            <a:r>
              <a:rPr lang="en-US" altLang="ko-KR" b="1" dirty="0">
                <a:solidFill>
                  <a:srgbClr val="C00000"/>
                </a:solidFill>
              </a:rPr>
              <a:t> = 50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54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7A957-1F82-4FDF-A637-8C706664C070}"/>
              </a:ext>
            </a:extLst>
          </p:cNvPr>
          <p:cNvSpPr txBox="1"/>
          <p:nvPr/>
        </p:nvSpPr>
        <p:spPr>
          <a:xfrm>
            <a:off x="786937" y="2031352"/>
            <a:ext cx="9232669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2: 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예산선의 절편을 작게 하면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단위를 바꾸면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CCEI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변별에 도움이 되는지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</a:pPr>
            <a:endParaRPr lang="en-US" altLang="ko-KR" b="1" kern="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Yes</a:t>
            </a:r>
            <a:endParaRPr lang="en-US" altLang="ko-KR" b="1" kern="10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57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0824A6-109F-4936-A8DF-FF644B242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70" y="1238250"/>
            <a:ext cx="9420225" cy="5619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FB2CD-3923-4578-9460-9AD41B56D898}"/>
              </a:ext>
            </a:extLst>
          </p:cNvPr>
          <p:cNvSpPr txBox="1"/>
          <p:nvPr/>
        </p:nvSpPr>
        <p:spPr>
          <a:xfrm>
            <a:off x="3707476" y="1854907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gammas = [0.25, 0.5, 1, 5, 10]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rho = 0.5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x_min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</a:rPr>
              <a:t>x_max</a:t>
            </a:r>
            <a:r>
              <a:rPr lang="en-US" altLang="ko-KR" b="1" dirty="0">
                <a:solidFill>
                  <a:srgbClr val="C00000"/>
                </a:solidFill>
              </a:rPr>
              <a:t> = 1, 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n_group</a:t>
            </a:r>
            <a:r>
              <a:rPr lang="en-US" altLang="ko-KR" b="1" dirty="0"/>
              <a:t> = 100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n_rounds</a:t>
            </a:r>
            <a:r>
              <a:rPr lang="en-US" altLang="ko-KR" b="1" dirty="0"/>
              <a:t> = 50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7253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C86F5-5447-47DF-9803-3ACB3CAE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70" y="1237103"/>
            <a:ext cx="9420225" cy="5619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F9A424-B878-48DF-8ED4-9B3ED4353DA2}"/>
              </a:ext>
            </a:extLst>
          </p:cNvPr>
          <p:cNvSpPr txBox="1"/>
          <p:nvPr/>
        </p:nvSpPr>
        <p:spPr>
          <a:xfrm>
            <a:off x="3762894" y="1910324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gammas = [0.25, 0.5, 1, 5, 10]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rho = 0.5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x_min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</a:rPr>
              <a:t>x_max</a:t>
            </a:r>
            <a:r>
              <a:rPr lang="en-US" altLang="ko-KR" b="1" dirty="0">
                <a:solidFill>
                  <a:srgbClr val="C00000"/>
                </a:solidFill>
              </a:rPr>
              <a:t> = 10, 50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n_group</a:t>
            </a:r>
            <a:r>
              <a:rPr lang="en-US" altLang="ko-KR" b="1" dirty="0"/>
              <a:t> = 100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n_rounds</a:t>
            </a:r>
            <a:r>
              <a:rPr lang="en-US" altLang="ko-KR" b="1" dirty="0"/>
              <a:t> = 50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6274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14972-D0D2-4F11-BA64-EA3BE4F2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70" y="1238250"/>
            <a:ext cx="9420225" cy="5619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06D57D-E6E0-426D-B5E1-164B6DBBC77C}"/>
              </a:ext>
            </a:extLst>
          </p:cNvPr>
          <p:cNvSpPr txBox="1"/>
          <p:nvPr/>
        </p:nvSpPr>
        <p:spPr>
          <a:xfrm>
            <a:off x="3934691" y="2082121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gammas = [0.25, 0.5, 1, 5, 10]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rho = 0.5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rgbClr val="C00000"/>
                </a:solidFill>
              </a:rPr>
              <a:t>x_min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</a:rPr>
              <a:t>x_max</a:t>
            </a:r>
            <a:r>
              <a:rPr lang="en-US" altLang="ko-KR" b="1" dirty="0">
                <a:solidFill>
                  <a:srgbClr val="C00000"/>
                </a:solidFill>
              </a:rPr>
              <a:t> = 300, 3000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n_group</a:t>
            </a:r>
            <a:r>
              <a:rPr lang="en-US" altLang="ko-KR" b="1" dirty="0"/>
              <a:t> = 100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/>
              <a:t>n_rounds</a:t>
            </a:r>
            <a:r>
              <a:rPr lang="en-US" altLang="ko-KR" b="1" dirty="0"/>
              <a:t> = 50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3375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7A957-1F82-4FDF-A637-8C706664C070}"/>
              </a:ext>
            </a:extLst>
          </p:cNvPr>
          <p:cNvSpPr txBox="1"/>
          <p:nvPr/>
        </p:nvSpPr>
        <p:spPr>
          <a:xfrm>
            <a:off x="786937" y="2031352"/>
            <a:ext cx="923266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Question 3: 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다른 조건은 그대로일때 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rho </a:t>
            </a:r>
            <a:r>
              <a:rPr lang="ko-KR" altLang="en-US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 바뀌면 어떤 차이가 있는가</a:t>
            </a:r>
            <a:r>
              <a:rPr lang="en-US" altLang="ko-KR" b="1" kern="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731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8546849-4B80-4F4D-B5D2-23CAD645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670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58C1B-8A5F-472A-A8A9-6BBE612C4589}"/>
              </a:ext>
            </a:extLst>
          </p:cNvPr>
          <p:cNvSpPr txBox="1"/>
          <p:nvPr/>
        </p:nvSpPr>
        <p:spPr>
          <a:xfrm>
            <a:off x="2977212" y="19360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altLang="ko-KR" b="1" dirty="0"/>
              <a:t>gammas = [0.25, 0.5, 1.0]</a:t>
            </a:r>
          </a:p>
          <a:p>
            <a:r>
              <a:rPr lang="sv-SE" altLang="ko-KR" b="1" dirty="0">
                <a:solidFill>
                  <a:srgbClr val="C00000"/>
                </a:solidFill>
              </a:rPr>
              <a:t>rhos = [0.1, 0.5, 1.0]</a:t>
            </a:r>
          </a:p>
          <a:p>
            <a:r>
              <a:rPr lang="sv-SE" altLang="ko-KR" b="1" dirty="0"/>
              <a:t>x_min, x_max = 1, 10</a:t>
            </a:r>
          </a:p>
          <a:p>
            <a:r>
              <a:rPr lang="sv-SE" altLang="ko-KR" b="1" dirty="0"/>
              <a:t>n_group = 100</a:t>
            </a:r>
          </a:p>
          <a:p>
            <a:r>
              <a:rPr lang="en-US" altLang="ko-KR" b="1" dirty="0" err="1"/>
              <a:t>n_rounds</a:t>
            </a:r>
            <a:r>
              <a:rPr lang="en-US" altLang="ko-KR" b="1" dirty="0"/>
              <a:t> = 18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14949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F4A226-8E27-4B9F-A72B-89EB1ACFE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47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A9F4937-FB02-4326-87EE-49C6630CD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825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74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16169</TotalTime>
  <Words>347</Words>
  <Application>Microsoft Office PowerPoint</Application>
  <PresentationFormat>Widescreen</PresentationFormat>
  <Paragraphs>76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1797</cp:revision>
  <dcterms:created xsi:type="dcterms:W3CDTF">2024-09-27T06:19:06Z</dcterms:created>
  <dcterms:modified xsi:type="dcterms:W3CDTF">2025-07-08T04:53:02Z</dcterms:modified>
</cp:coreProperties>
</file>