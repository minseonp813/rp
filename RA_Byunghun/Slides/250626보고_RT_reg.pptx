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949" r:id="rId2"/>
    <p:sldId id="950" r:id="rId3"/>
    <p:sldId id="951" r:id="rId4"/>
    <p:sldId id="952" r:id="rId5"/>
    <p:sldId id="953" r:id="rId6"/>
    <p:sldId id="954" r:id="rId7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70BE3D-FFC4-2C1A-84C9-38001BC16696}" name="Syngjoo Choi" initials="SC" userId="88f896864aa6879d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ngik" initials="E" lastIdx="2" clrIdx="0">
    <p:extLst>
      <p:ext uri="{19B8F6BF-5375-455C-9EA6-DF929625EA0E}">
        <p15:presenceInfo xmlns:p15="http://schemas.microsoft.com/office/powerpoint/2012/main" userId="Eung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DA63"/>
    <a:srgbClr val="FAAB9A"/>
    <a:srgbClr val="617186"/>
    <a:srgbClr val="FF5050"/>
    <a:srgbClr val="E99833"/>
    <a:srgbClr val="FF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4" autoAdjust="0"/>
    <p:restoredTop sz="50067" autoAdjust="0"/>
  </p:normalViewPr>
  <p:slideViewPr>
    <p:cSldViewPr>
      <p:cViewPr varScale="1">
        <p:scale>
          <a:sx n="90" d="100"/>
          <a:sy n="90" d="100"/>
        </p:scale>
        <p:origin x="1251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259D6-D95A-A642-B04C-599C4F6BFD7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6EE9-0783-8540-B302-D98D03794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7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79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93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34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62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56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77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78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60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91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6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58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54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0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92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81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62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81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41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8877-3221-410A-06B1-C2F930DF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RT: </a:t>
            </a:r>
            <a:r>
              <a:rPr lang="en-GB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Mover </a:t>
            </a:r>
            <a:r>
              <a:rPr lang="ko-KR" alt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통제하지 않은 </a:t>
            </a:r>
            <a:r>
              <a:rPr lang="en-US" altLang="ko-KR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Version</a:t>
            </a:r>
            <a:endParaRPr lang="en-GB" sz="2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E9FA2C-BDF4-4C3C-A715-265AC2EEB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06" y="1417638"/>
            <a:ext cx="7578588" cy="491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16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8877-3221-410A-06B1-C2F930DF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RT: </a:t>
            </a:r>
            <a:r>
              <a:rPr lang="en-GB" altLang="ko-KR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Mover </a:t>
            </a:r>
            <a:r>
              <a:rPr lang="ko-KR" alt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통제하고 계수값 표시한 </a:t>
            </a:r>
            <a:r>
              <a:rPr lang="en-US" altLang="ko-KR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Version</a:t>
            </a:r>
            <a:endParaRPr lang="en-GB" sz="2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506F93-62AC-47CD-9B46-51F750495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73" y="1398786"/>
            <a:ext cx="7208053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23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8877-3221-410A-06B1-C2F930DF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RT: </a:t>
            </a:r>
            <a:r>
              <a:rPr lang="en-GB" altLang="ko-KR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Mover </a:t>
            </a:r>
            <a:r>
              <a:rPr lang="ko-KR" alt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통제하고 계수값 생략한 </a:t>
            </a:r>
            <a:r>
              <a:rPr lang="en-US" altLang="ko-KR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Version</a:t>
            </a:r>
            <a:endParaRPr lang="en-GB" sz="2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3726B8-8FDD-4831-90D8-CC3D837E8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80" y="1320682"/>
            <a:ext cx="8046640" cy="52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15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8877-3221-410A-06B1-C2F930DF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I_ig</a:t>
            </a:r>
            <a:r>
              <a:rPr lang="en-GB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: Mover </a:t>
            </a:r>
            <a:r>
              <a:rPr lang="ko-KR" alt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통제하지 않은 </a:t>
            </a:r>
            <a:r>
              <a:rPr lang="en-US" altLang="ko-KR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Version</a:t>
            </a:r>
            <a:endParaRPr lang="en-GB" sz="2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A90992-0047-4C72-9794-3A84D1818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6792"/>
            <a:ext cx="8686800" cy="421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6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8877-3221-410A-06B1-C2F930DF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ko-KR" sz="28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I_ig</a:t>
            </a:r>
            <a:r>
              <a:rPr lang="en-GB" altLang="ko-KR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: Mover </a:t>
            </a:r>
            <a:r>
              <a:rPr lang="ko-KR" alt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통제하고 계수값 표시한 </a:t>
            </a:r>
            <a:r>
              <a:rPr lang="en-US" altLang="ko-KR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Version</a:t>
            </a:r>
            <a:endParaRPr lang="en-GB" sz="2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93EA42-30D7-4F7D-B1DD-7265108A0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80" y="1484784"/>
            <a:ext cx="8532440" cy="447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5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8877-3221-410A-06B1-C2F930DF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ko-KR" sz="28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I_ig</a:t>
            </a:r>
            <a:r>
              <a:rPr lang="en-GB" altLang="ko-KR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: Mover </a:t>
            </a:r>
            <a:r>
              <a:rPr lang="ko-KR" alt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통제하고 계수값 생략한 </a:t>
            </a:r>
            <a:r>
              <a:rPr lang="en-US" altLang="ko-KR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Version</a:t>
            </a:r>
            <a:endParaRPr lang="en-GB" sz="2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D8BEA-D846-4E6B-9FD2-412AE481D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76" y="1628800"/>
            <a:ext cx="8604448" cy="416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628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13468</TotalTime>
  <Words>52</Words>
  <Application>Microsoft Office PowerPoint</Application>
  <PresentationFormat>On-screen Show (4:3)</PresentationFormat>
  <Paragraphs>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RT: Mover 통제하지 않은 Version</vt:lpstr>
      <vt:lpstr>RT: Mover 통제하고 계수값 표시한 Version</vt:lpstr>
      <vt:lpstr>RT: Mover 통제하고 계수값 생략한 Version</vt:lpstr>
      <vt:lpstr>I_ig : Mover 통제하지 않은 Version</vt:lpstr>
      <vt:lpstr>I_ig : Mover 통제하고 계수값 표시한 Version</vt:lpstr>
      <vt:lpstr>I_ig : Mover 통제하고 계수값 생략한 Version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Formation in Large Groups: New Tool and Applications</dc:title>
  <dc:creator>Choi Syngjoo</dc:creator>
  <cp:lastModifiedBy>Byunghun Hahn</cp:lastModifiedBy>
  <cp:revision>404</cp:revision>
  <cp:lastPrinted>2020-09-11T00:36:22Z</cp:lastPrinted>
  <dcterms:created xsi:type="dcterms:W3CDTF">2019-11-29T16:58:42Z</dcterms:created>
  <dcterms:modified xsi:type="dcterms:W3CDTF">2025-06-26T02:11:21Z</dcterms:modified>
</cp:coreProperties>
</file>