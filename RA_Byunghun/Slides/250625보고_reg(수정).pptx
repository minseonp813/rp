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949" r:id="rId2"/>
    <p:sldId id="948" r:id="rId3"/>
    <p:sldId id="951" r:id="rId4"/>
    <p:sldId id="950" r:id="rId5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70BE3D-FFC4-2C1A-84C9-38001BC16696}" name="Syngjoo Choi" initials="SC" userId="88f896864aa6879d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ungik" initials="E" lastIdx="2" clrIdx="0">
    <p:extLst>
      <p:ext uri="{19B8F6BF-5375-455C-9EA6-DF929625EA0E}">
        <p15:presenceInfo xmlns:p15="http://schemas.microsoft.com/office/powerpoint/2012/main" userId="Eungi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DA63"/>
    <a:srgbClr val="FAAB9A"/>
    <a:srgbClr val="617186"/>
    <a:srgbClr val="FF5050"/>
    <a:srgbClr val="E99833"/>
    <a:srgbClr val="FF73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64" autoAdjust="0"/>
    <p:restoredTop sz="50067" autoAdjust="0"/>
  </p:normalViewPr>
  <p:slideViewPr>
    <p:cSldViewPr>
      <p:cViewPr varScale="1">
        <p:scale>
          <a:sx n="90" d="100"/>
          <a:sy n="90" d="100"/>
        </p:scale>
        <p:origin x="1251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259D6-D95A-A642-B04C-599C4F6BFD72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56EE9-0783-8540-B302-D98D03794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7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39A24-844A-9875-BAA3-DEAA24E8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7B48A2-E1BD-8699-FA44-C05270441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59DDEF-09E3-896F-A469-607FE58E8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947AF2-F53B-0C7A-4A3C-160F8107C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979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99E0A-552C-C8D7-E3F1-FCA8BB2A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6810C5-0039-38AE-3627-546121313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05BCF4-3B26-09C2-BDFB-6D47311F0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5BC16B-1D9A-7000-4596-3F4A9BC22E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999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99E0A-552C-C8D7-E3F1-FCA8BB2A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6810C5-0039-38AE-3627-546121313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05BCF4-3B26-09C2-BDFB-6D47311F0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5BC16B-1D9A-7000-4596-3F4A9BC22E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0523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99E0A-552C-C8D7-E3F1-FCA8BB2A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6810C5-0039-38AE-3627-546121313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05BCF4-3B26-09C2-BDFB-6D47311F0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5BC16B-1D9A-7000-4596-3F4A9BC22E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04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25/06/2025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5788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25/06/2025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608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25/06/2025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918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25/06/2025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568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25/06/2025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8586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25/06/2025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4543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25/06/2025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707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25/06/2025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292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25/06/2025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813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25/06/2025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626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25/06/2025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810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9E123-D8C4-4447-B39B-CB6328F8A714}" type="datetimeFigureOut">
              <a:rPr lang="en-GB" smtClean="0"/>
              <a:pPr/>
              <a:t>25/06/2025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417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8607-FC18-B2AB-C501-47225357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E8877-3221-410A-06B1-C2F930DF4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Risk Aversion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E9FA2C-BDF4-4C3C-A715-265AC2EEB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06" y="1417638"/>
            <a:ext cx="7578588" cy="491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416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AD0AA-AB5E-2B25-792E-D44F51DB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9F9A-47B5-F32C-683E-AC712FCBC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Influence of More Rational Individuals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A90992-0047-4C72-9794-3A84D1818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56792"/>
            <a:ext cx="8686800" cy="421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840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AD0AA-AB5E-2B25-792E-D44F51DB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9F9A-47B5-F32C-683E-AC712FCBC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(Notation) </a:t>
            </a:r>
            <a:r>
              <a:rPr lang="en-GB" sz="40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Endline</a:t>
            </a:r>
            <a:r>
              <a:rPr lang="en-GB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instead of Time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5F72AD-F89B-4AB7-AB37-CEB81AC6F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42" y="1423468"/>
            <a:ext cx="7587716" cy="493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283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AD0AA-AB5E-2B25-792E-D44F51DB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9F9A-47B5-F32C-683E-AC712FCBC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(Notation) </a:t>
            </a:r>
            <a:r>
              <a:rPr lang="en-GB" sz="40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Endline</a:t>
            </a:r>
            <a:r>
              <a:rPr lang="en-GB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instead of Time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9D31EC-2FB0-41AE-83EC-ED654FAA5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53460"/>
            <a:ext cx="8686800" cy="420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349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13457</TotalTime>
  <Words>26</Words>
  <Application>Microsoft Office PowerPoint</Application>
  <PresentationFormat>On-screen Show (4:3)</PresentationFormat>
  <Paragraphs>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Times New Roman</vt:lpstr>
      <vt:lpstr>Office Theme</vt:lpstr>
      <vt:lpstr>Risk Aversion</vt:lpstr>
      <vt:lpstr>Revealed Influence of More Rational Individuals</vt:lpstr>
      <vt:lpstr>(Notation) Endline instead of Time</vt:lpstr>
      <vt:lpstr>(Notation) Endline instead of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Formation in Large Groups: New Tool and Applications</dc:title>
  <dc:creator>Choi Syngjoo</dc:creator>
  <cp:lastModifiedBy>Byunghun Hahn</cp:lastModifiedBy>
  <cp:revision>397</cp:revision>
  <cp:lastPrinted>2020-09-11T00:36:22Z</cp:lastPrinted>
  <dcterms:created xsi:type="dcterms:W3CDTF">2019-11-29T16:58:42Z</dcterms:created>
  <dcterms:modified xsi:type="dcterms:W3CDTF">2025-06-25T03:03:52Z</dcterms:modified>
</cp:coreProperties>
</file>