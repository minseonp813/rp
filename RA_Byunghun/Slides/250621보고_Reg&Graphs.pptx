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686" r:id="rId2"/>
    <p:sldId id="715" r:id="rId3"/>
    <p:sldId id="716" r:id="rId4"/>
    <p:sldId id="717" r:id="rId5"/>
    <p:sldId id="718" r:id="rId6"/>
    <p:sldId id="719" r:id="rId7"/>
    <p:sldId id="72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1" autoAdjust="0"/>
    <p:restoredTop sz="94745" autoAdjust="0"/>
  </p:normalViewPr>
  <p:slideViewPr>
    <p:cSldViewPr snapToGrid="0">
      <p:cViewPr varScale="1">
        <p:scale>
          <a:sx n="86" d="100"/>
          <a:sy n="86" d="100"/>
        </p:scale>
        <p:origin x="204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781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709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652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3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929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943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623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86A44-A7B2-4246-9D44-DB1215FF5CBE}"/>
              </a:ext>
            </a:extLst>
          </p:cNvPr>
          <p:cNvSpPr txBox="1"/>
          <p:nvPr/>
        </p:nvSpPr>
        <p:spPr>
          <a:xfrm>
            <a:off x="484569" y="1466073"/>
            <a:ext cx="11348427" cy="410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This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file includes:</a:t>
            </a:r>
          </a:p>
          <a:p>
            <a:pPr>
              <a:lnSpc>
                <a:spcPct val="150000"/>
              </a:lnSpc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CCEI_ig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종속변수로 하고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dummy for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high (CCEI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더 높은 개인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대해서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pooled OLS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FE regressions</a:t>
            </a:r>
          </a:p>
          <a:p>
            <a:pPr>
              <a:lnSpc>
                <a:spcPct val="150000"/>
              </a:lnSpc>
            </a:pP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더미에 대한 계수값이 통계적으로 유의하게 양수를 기대</a:t>
            </a: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I_ig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종속변수로 하고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dummy for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= high (CCEI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더 높은 개인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대해서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pooled OLS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FE panel regressions</a:t>
            </a:r>
          </a:p>
          <a:p>
            <a:pPr>
              <a:lnSpc>
                <a:spcPct val="150000"/>
              </a:lnSpc>
            </a:pP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더미에 대한 계수값이 통계적으로 유의하게 음수를 기대</a:t>
            </a: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그림으로 그룹별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I_hg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I_lg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이질성을 한 눈에 볼 수 있도록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I_hg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낮은 그룹을 왼쪽에서부터 시작해서 증가하는 방식으로 하고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이때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I_hg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동일한 그룹에 대해서는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I_lg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대해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increasing order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그룹별 이 값들을 찍어보기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478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Regression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6F2389-D35E-45A0-8ACF-F4CAEEEE8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032" y="1573457"/>
            <a:ext cx="9797935" cy="461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4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8706D-0E63-4D5A-B92A-512A880E2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82" y="1153888"/>
            <a:ext cx="9040835" cy="547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I_hg</a:t>
            </a:r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,</a:t>
            </a:r>
            <a:r>
              <a:rPr lang="ko-KR" altLang="en-US" sz="44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I_lg</a:t>
            </a:r>
            <a:endParaRPr lang="en-US" altLang="ko-KR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91C20A-5948-47B1-81AD-BAD106B47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62" y="1124598"/>
            <a:ext cx="8341841" cy="573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0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I_hg</a:t>
            </a:r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,</a:t>
            </a:r>
            <a:r>
              <a:rPr lang="ko-KR" altLang="en-US" sz="44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I_lg</a:t>
            </a:r>
            <a:endParaRPr lang="en-US" altLang="ko-KR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4CB757-D459-47E1-BD49-ABC886F40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62" y="1124598"/>
            <a:ext cx="8341841" cy="573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23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CCEI_hg</a:t>
            </a:r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, </a:t>
            </a:r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CCEI_lg</a:t>
            </a:r>
            <a:endParaRPr lang="en-US" altLang="ko-KR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A0EA73-ABB6-418F-8FCB-117E14BAF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302" y="1081215"/>
            <a:ext cx="8404962" cy="577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2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CCEI_hg</a:t>
            </a:r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, </a:t>
            </a:r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CCEI_lg</a:t>
            </a:r>
            <a:endParaRPr lang="en-US" altLang="ko-KR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57E500-D1E7-4D4B-9B4C-86D387D7B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840" y="1075082"/>
            <a:ext cx="8413885" cy="578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6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16589</TotalTime>
  <Words>164</Words>
  <Application>Microsoft Office PowerPoint</Application>
  <PresentationFormat>Widescreen</PresentationFormat>
  <Paragraphs>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1803</cp:revision>
  <dcterms:created xsi:type="dcterms:W3CDTF">2024-09-27T06:19:06Z</dcterms:created>
  <dcterms:modified xsi:type="dcterms:W3CDTF">2025-06-21T10:42:42Z</dcterms:modified>
</cp:coreProperties>
</file>