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956" r:id="rId2"/>
    <p:sldId id="944" r:id="rId3"/>
    <p:sldId id="948" r:id="rId4"/>
    <p:sldId id="959" r:id="rId5"/>
    <p:sldId id="958" r:id="rId6"/>
    <p:sldId id="960" r:id="rId7"/>
    <p:sldId id="961" r:id="rId8"/>
    <p:sldId id="962" r:id="rId9"/>
    <p:sldId id="963" r:id="rId10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A63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4" autoAdjust="0"/>
    <p:restoredTop sz="50067" autoAdjust="0"/>
  </p:normalViewPr>
  <p:slideViewPr>
    <p:cSldViewPr>
      <p:cViewPr varScale="1">
        <p:scale>
          <a:sx n="90" d="100"/>
          <a:sy n="90" d="100"/>
        </p:scale>
        <p:origin x="125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726F-690B-8838-D15E-D26DD323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FD8F57-7A4F-BF92-34FD-E61EDD3DE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6FC163-66FF-2404-82BE-F45A0EF18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FF194-73DB-52E1-7A2C-2E2C28313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19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1C08-9572-0A74-9680-BDC32320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E104A8-1C3F-72BC-7797-91FB434E8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C540B6-8A86-F555-C354-BFC5A68BA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39ED3-BF4D-3814-D1B5-F89311609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16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99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63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71C08-9572-0A74-9680-BDC32320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E104A8-1C3F-72BC-7797-91FB434E8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C540B6-8A86-F555-C354-BFC5A68BA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039ED3-BF4D-3814-D1B5-F893116090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83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40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56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17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9E0A-552C-C8D7-E3F1-FCA8BB2A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10C5-0039-38AE-3627-546121313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05BCF4-3B26-09C2-BDFB-6D47311F0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5BC16B-1D9A-7000-4596-3F4A9BC22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59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29/06/2025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0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0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D4575-77C3-1853-0D48-E8F40A75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65244-84BF-0A31-7711-9972FA6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More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2D9918-99C2-3151-64E4-7B08D1795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" y="1920240"/>
            <a:ext cx="4430268" cy="3017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798B2B-E6C2-B7A4-B6EE-407EE8A87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20240"/>
            <a:ext cx="4430268" cy="301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2DF262C-4474-2B12-58F7-D9BADE9C9314}"/>
                  </a:ext>
                </a:extLst>
              </p:cNvPr>
              <p:cNvSpPr txBox="1"/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0.368 in the baseline and 0.299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B2DF262C-4474-2B12-58F7-D9BADE9C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589240"/>
                <a:ext cx="6796669" cy="391902"/>
              </a:xfrm>
              <a:prstGeom prst="rect">
                <a:avLst/>
              </a:prstGeom>
              <a:blipFill rotWithShape="0">
                <a:blip r:embed="rId5"/>
                <a:stretch>
                  <a:fillRect l="-628" t="-9375" b="-187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855ECE0-9D04-475C-AE51-728EA9094AAC}"/>
              </a:ext>
            </a:extLst>
          </p:cNvPr>
          <p:cNvSpPr txBox="1"/>
          <p:nvPr/>
        </p:nvSpPr>
        <p:spPr>
          <a:xfrm>
            <a:off x="2699792" y="4937761"/>
            <a:ext cx="4752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기존 슬라이드 </a:t>
            </a:r>
            <a:r>
              <a:rPr lang="en-US" altLang="ko-KR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비교를 위해</a:t>
            </a:r>
            <a:r>
              <a:rPr lang="en-US" altLang="ko-KR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26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0E93-C4D7-CBDE-606C-A6B75A80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F5CE0-B215-4989-F1E9-6DF3C78B3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Distance: </a:t>
            </a:r>
            <a:r>
              <a:rPr lang="en-US" sz="4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Less Rational Individual</a:t>
            </a:r>
            <a:endParaRPr lang="en-GB" sz="4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112333FB-37C9-4795-C938-3F3397ADD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8" y="1988840"/>
            <a:ext cx="4430268" cy="301752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AAA2891-8791-FF98-C48A-100E29C09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354" y="1988840"/>
            <a:ext cx="4430268" cy="30175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1F6E0-0872-940C-E29D-A485C02AD36F}"/>
                  </a:ext>
                </a:extLst>
              </p:cNvPr>
              <p:cNvSpPr txBox="1"/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average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ko-KR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0.781 in the baseline and 0.774 in the </a:t>
                </a:r>
                <a:r>
                  <a:rPr lang="en-US" altLang="ko-KR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A681F6E0-0872-940C-E29D-A485C02A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733256"/>
                <a:ext cx="6751785" cy="391902"/>
              </a:xfrm>
              <a:prstGeom prst="rect">
                <a:avLst/>
              </a:prstGeom>
              <a:blipFill rotWithShape="0">
                <a:blip r:embed="rId5"/>
                <a:stretch>
                  <a:fillRect l="-632" t="-7692" b="-1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1958521-E51F-4A6D-A737-9D7DE0CA58E6}"/>
              </a:ext>
            </a:extLst>
          </p:cNvPr>
          <p:cNvSpPr txBox="1"/>
          <p:nvPr/>
        </p:nvSpPr>
        <p:spPr>
          <a:xfrm>
            <a:off x="3104186" y="5006360"/>
            <a:ext cx="302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기존 슬라이드 </a:t>
            </a:r>
            <a:r>
              <a:rPr lang="en-US" altLang="ko-KR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비교를 위해</a:t>
            </a:r>
            <a:r>
              <a:rPr lang="en-US" altLang="ko-KR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820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Revealed Preference Distance</a:t>
            </a:r>
            <a:endParaRPr lang="en-GB" sz="4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889D783C-C2A8-EA3C-9675-531A873DB2BA}"/>
                  </a:ext>
                </a:extLst>
              </p:cNvPr>
              <p:cNvSpPr txBox="1"/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 of a less rational individuals’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0.777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Times New Roman" panose="02020603050405020304" pitchFamily="18" charset="0"/>
                  <a:buChar char="–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average,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57.1% lower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ko-KR" sz="16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within the same group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ko-KR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rationality-based distance becomes larger in the </a:t>
                </a:r>
                <a:r>
                  <a:rPr lang="en-US" altLang="ko-KR" sz="1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endline</a:t>
                </a:r>
                <a:r>
                  <a:rPr lang="en-US" altLang="ko-KR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ko-KR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89D783C-C2A8-EA3C-9675-531A873DB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5410071"/>
                <a:ext cx="7086388" cy="1363450"/>
              </a:xfrm>
              <a:prstGeom prst="rect">
                <a:avLst/>
              </a:prstGeom>
              <a:blipFill rotWithShape="0">
                <a:blip r:embed="rId3"/>
                <a:stretch>
                  <a:fillRect l="-344" t="-1339" b="-49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4">
            <a:extLst>
              <a:ext uri="{FF2B5EF4-FFF2-40B4-BE49-F238E27FC236}">
                <a16:creationId xmlns:a16="http://schemas.microsoft.com/office/drawing/2014/main" id="{23BD8BEA-D846-4E6B-9FD2-412AE481D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68" y="1556792"/>
            <a:ext cx="7682032" cy="3714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B7D59B-932A-4860-90AD-7179E4240854}"/>
              </a:ext>
            </a:extLst>
          </p:cNvPr>
          <p:cNvSpPr txBox="1"/>
          <p:nvPr/>
        </p:nvSpPr>
        <p:spPr>
          <a:xfrm>
            <a:off x="3347864" y="5661248"/>
            <a:ext cx="3024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기존 슬라이드 </a:t>
            </a:r>
            <a:r>
              <a:rPr lang="en-US" altLang="ko-KR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비교를 위해</a:t>
            </a:r>
            <a:r>
              <a:rPr lang="en-US" altLang="ko-KR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840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59F9A-47B5-F32C-683E-AC712FCB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방법 </a:t>
            </a:r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en-US" altLang="ko-KR" sz="32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I_hg</a:t>
            </a:r>
            <a:r>
              <a:rPr lang="ko-KR" alt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그대로</a:t>
            </a:r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, New </a:t>
            </a:r>
            <a:r>
              <a:rPr lang="en-US" altLang="ko-KR" sz="32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I_lg</a:t>
            </a:r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= 1 – </a:t>
            </a:r>
            <a:r>
              <a:rPr lang="en-US" altLang="ko-KR" sz="32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I_hg</a:t>
            </a:r>
            <a:endParaRPr lang="en-GB" sz="32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C9973B-57B2-473A-BE34-CEEAC0DDD36B}"/>
              </a:ext>
            </a:extLst>
          </p:cNvPr>
          <p:cNvSpPr txBox="1"/>
          <p:nvPr/>
        </p:nvSpPr>
        <p:spPr>
          <a:xfrm>
            <a:off x="2339752" y="4941168"/>
            <a:ext cx="47885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위 두 그림은 기존 슬라이드와 동일합니다</a:t>
            </a:r>
            <a:r>
              <a:rPr lang="en-US" altLang="ko-KR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F6DF47-CE00-4E47-8BD3-1F99740E6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" y="1920240"/>
            <a:ext cx="4430268" cy="3017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F6940C-E006-4A39-8BC4-2BBDC7621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20240"/>
            <a:ext cx="4430268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4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0E93-C4D7-CBDE-606C-A6B75A80B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1A37C1-BD40-419B-BBAA-BEA00712F7C6}"/>
              </a:ext>
            </a:extLst>
          </p:cNvPr>
          <p:cNvSpPr txBox="1"/>
          <p:nvPr/>
        </p:nvSpPr>
        <p:spPr>
          <a:xfrm>
            <a:off x="6516216" y="5157192"/>
            <a:ext cx="792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(New)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30ACA4-336F-44CA-A48A-469DAAF30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76801"/>
            <a:ext cx="4572000" cy="31565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7890EF-FC02-4D76-B50C-6D4BEFE4FF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76801"/>
            <a:ext cx="4572000" cy="3156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E4025C-C61A-4668-932F-3D130316616D}"/>
              </a:ext>
            </a:extLst>
          </p:cNvPr>
          <p:cNvSpPr txBox="1"/>
          <p:nvPr/>
        </p:nvSpPr>
        <p:spPr>
          <a:xfrm>
            <a:off x="1979712" y="5157192"/>
            <a:ext cx="792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(New)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CAF41-F7FC-48AD-8D58-88AD8D70A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방법 </a:t>
            </a:r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en-US" altLang="ko-KR" sz="32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I_hg</a:t>
            </a:r>
            <a:r>
              <a:rPr lang="ko-KR" alt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그대로</a:t>
            </a:r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, New </a:t>
            </a:r>
            <a:r>
              <a:rPr lang="en-US" altLang="ko-KR" sz="32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I_lg</a:t>
            </a:r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= 1 – </a:t>
            </a:r>
            <a:r>
              <a:rPr lang="en-US" altLang="ko-KR" sz="32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I_hg</a:t>
            </a:r>
            <a:endParaRPr lang="en-GB" sz="32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1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CD753E-DC48-48E6-9684-06BF9B3D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방법 </a:t>
            </a:r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1) </a:t>
            </a:r>
            <a:r>
              <a:rPr lang="en-US" altLang="ko-KR" sz="32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I_hg</a:t>
            </a:r>
            <a:r>
              <a:rPr lang="ko-KR" altLang="en-US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그대로</a:t>
            </a:r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, New </a:t>
            </a:r>
            <a:r>
              <a:rPr lang="en-US" altLang="ko-KR" sz="32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I_lg</a:t>
            </a:r>
            <a:r>
              <a:rPr lang="en-US" altLang="ko-KR" sz="32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= 1 – </a:t>
            </a:r>
            <a:r>
              <a:rPr lang="en-US" altLang="ko-KR" sz="3200" b="1" dirty="0" err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I_hg</a:t>
            </a:r>
            <a:endParaRPr lang="en-GB" sz="32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69F72B-3885-473D-95F3-F568C1B83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12" y="1556792"/>
            <a:ext cx="7956376" cy="385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77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CD753E-DC48-48E6-9684-06BF9B3D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방법 </a:t>
            </a:r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2) New Index = Average</a:t>
            </a: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two order-dependent Indices</a:t>
            </a:r>
            <a:endParaRPr lang="en-GB" sz="2400" b="1" dirty="0">
              <a:solidFill>
                <a:schemeClr val="accent6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7B2B70-6930-4A0C-920A-58DE0CBBE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0740"/>
            <a:ext cx="4572000" cy="31565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137FE7-F3BE-4908-BC71-B50888547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387" y="1850740"/>
            <a:ext cx="4572000" cy="315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790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CD753E-DC48-48E6-9684-06BF9B3D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방법 </a:t>
            </a:r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2) New Index = Average</a:t>
            </a: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two order-dependent Indices</a:t>
            </a:r>
            <a:endParaRPr lang="en-GB" sz="24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8C388E-0C7B-4748-BFC0-96C956E4A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0740"/>
            <a:ext cx="4572000" cy="31565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58ED41-D13D-410A-91C9-5D0573EBB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076" y="1850740"/>
            <a:ext cx="4572000" cy="315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138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AD0AA-AB5E-2B25-792E-D44F51DBD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BCD753E-DC48-48E6-9684-06BF9B3D4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방법 </a:t>
            </a:r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2) New Index = Average</a:t>
            </a: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two order-dependent Indices</a:t>
            </a:r>
            <a:endParaRPr lang="en-GB" sz="2400" b="1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010802-ECD5-48D0-9B5A-40D6F800E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8800"/>
            <a:ext cx="8229600" cy="399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779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13765</TotalTime>
  <Words>220</Words>
  <Application>Microsoft Office PowerPoint</Application>
  <PresentationFormat>On-screen Show (4:3)</PresentationFormat>
  <Paragraphs>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Times New Roman</vt:lpstr>
      <vt:lpstr>Office Theme</vt:lpstr>
      <vt:lpstr>Revealed Preference Distance: More Rational Individual</vt:lpstr>
      <vt:lpstr>Revealed Preference Distance: Less Rational Individual</vt:lpstr>
      <vt:lpstr>Revealed Preference Distance</vt:lpstr>
      <vt:lpstr>(방법 1) I_hg 그대로, New I_lg = 1 – I_hg</vt:lpstr>
      <vt:lpstr>(방법 1) I_hg 그대로, New I_lg = 1 – I_hg</vt:lpstr>
      <vt:lpstr>(방법 1) I_hg 그대로, New I_lg = 1 – I_hg</vt:lpstr>
      <vt:lpstr>(방법 2) New Index = Average of two order-dependent Indices</vt:lpstr>
      <vt:lpstr>(방법 2) New Index = Average of two order-dependent Indices</vt:lpstr>
      <vt:lpstr>(방법 2) New Index = Average of two order-dependent Indices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Byunghun Hahn</cp:lastModifiedBy>
  <cp:revision>413</cp:revision>
  <cp:lastPrinted>2020-09-11T00:36:22Z</cp:lastPrinted>
  <dcterms:created xsi:type="dcterms:W3CDTF">2019-11-29T16:58:42Z</dcterms:created>
  <dcterms:modified xsi:type="dcterms:W3CDTF">2025-06-29T12:00:45Z</dcterms:modified>
</cp:coreProperties>
</file>