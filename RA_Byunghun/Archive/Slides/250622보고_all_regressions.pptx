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686" r:id="rId2"/>
    <p:sldId id="716" r:id="rId3"/>
    <p:sldId id="715" r:id="rId4"/>
    <p:sldId id="717" r:id="rId5"/>
    <p:sldId id="718" r:id="rId6"/>
    <p:sldId id="719" r:id="rId7"/>
    <p:sldId id="720" r:id="rId8"/>
    <p:sldId id="722" r:id="rId9"/>
    <p:sldId id="721" r:id="rId10"/>
    <p:sldId id="72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yunghun Hahn" initials="BH" lastIdx="1" clrIdx="0">
    <p:extLst>
      <p:ext uri="{19B8F6BF-5375-455C-9EA6-DF929625EA0E}">
        <p15:presenceInfo xmlns:p15="http://schemas.microsoft.com/office/powerpoint/2012/main" userId="5df8f655dd3e21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52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1" autoAdjust="0"/>
    <p:restoredTop sz="94745" autoAdjust="0"/>
  </p:normalViewPr>
  <p:slideViewPr>
    <p:cSldViewPr snapToGrid="0">
      <p:cViewPr varScale="1">
        <p:scale>
          <a:sx n="86" d="100"/>
          <a:sy n="86" d="100"/>
        </p:scale>
        <p:origin x="204" y="3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383EF-293D-4EA2-AC03-73DDBE98D37E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9443E-C4B0-4397-8D74-785696C78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781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618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709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818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808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410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740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970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159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199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09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22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48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4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7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64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35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43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18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00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4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86A44-A7B2-4246-9D44-DB1215FF5CBE}"/>
              </a:ext>
            </a:extLst>
          </p:cNvPr>
          <p:cNvSpPr txBox="1"/>
          <p:nvPr/>
        </p:nvSpPr>
        <p:spPr>
          <a:xfrm>
            <a:off x="484569" y="1466073"/>
            <a:ext cx="11348427" cy="4476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This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file includes:</a:t>
            </a:r>
          </a:p>
          <a:p>
            <a:pPr>
              <a:lnSpc>
                <a:spcPct val="150000"/>
              </a:lnSpc>
            </a:pP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Balance Test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Reg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CCEI_g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on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CCEI_max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CCEI_dist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(Risk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Tolerance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로 이름만 통일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Reg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CCEI_ig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on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High_Dummy</a:t>
            </a: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Reg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I_ig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on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High_Dummy</a:t>
            </a: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Graphs (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I_hg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I_lg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이질성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CCEI_hg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CCEI_lg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이질성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Reg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RT_ig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on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High_Dummy</a:t>
            </a: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782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Balance</a:t>
            </a:r>
            <a:r>
              <a:rPr lang="ko-KR" altLang="en-US" sz="4000" dirty="0">
                <a:solidFill>
                  <a:schemeClr val="bg1"/>
                </a:solidFill>
                <a:latin typeface="Cambria" panose="02040503050406030204" pitchFamily="18" charset="0"/>
              </a:rPr>
              <a:t> </a:t>
            </a:r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Test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51779-F716-4C37-8512-3EF779057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00" y="1771507"/>
            <a:ext cx="8255000" cy="359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2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Risk Tolerance </a:t>
            </a:r>
            <a:r>
              <a:rPr lang="ko-KR" altLang="en-US" sz="4000" dirty="0">
                <a:solidFill>
                  <a:schemeClr val="bg1"/>
                </a:solidFill>
                <a:latin typeface="Cambria" panose="02040503050406030204" pitchFamily="18" charset="0"/>
              </a:rPr>
              <a:t>로 용어만 수정</a:t>
            </a:r>
            <a:endParaRPr lang="en-US" altLang="ko-KR" sz="4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F323A-1496-421E-BF8F-D2AFBA409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668" y="1090933"/>
            <a:ext cx="8242663" cy="576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46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Reg </a:t>
            </a:r>
            <a:r>
              <a:rPr lang="en-US" altLang="ko-KR" sz="4000" dirty="0" err="1">
                <a:solidFill>
                  <a:schemeClr val="bg1"/>
                </a:solidFill>
                <a:latin typeface="Cambria" panose="02040503050406030204" pitchFamily="18" charset="0"/>
              </a:rPr>
              <a:t>CCEI_ig</a:t>
            </a:r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  on </a:t>
            </a:r>
            <a:r>
              <a:rPr lang="en-US" altLang="ko-KR" sz="4000" dirty="0" err="1">
                <a:solidFill>
                  <a:schemeClr val="bg1"/>
                </a:solidFill>
                <a:latin typeface="Cambria" panose="02040503050406030204" pitchFamily="18" charset="0"/>
              </a:rPr>
              <a:t>High_Dummy</a:t>
            </a:r>
            <a:endParaRPr lang="en-US" altLang="ko-KR" sz="4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933B6-20BA-4E72-8905-C95AB5BEC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178" y="1173053"/>
            <a:ext cx="6847644" cy="568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6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Reg </a:t>
            </a:r>
            <a:r>
              <a:rPr lang="en-US" altLang="ko-KR" sz="4000" dirty="0" err="1">
                <a:solidFill>
                  <a:schemeClr val="bg1"/>
                </a:solidFill>
                <a:latin typeface="Cambria" panose="02040503050406030204" pitchFamily="18" charset="0"/>
              </a:rPr>
              <a:t>I_ig</a:t>
            </a:r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  on </a:t>
            </a:r>
            <a:r>
              <a:rPr lang="en-US" altLang="ko-KR" sz="4000" dirty="0" err="1">
                <a:solidFill>
                  <a:schemeClr val="bg1"/>
                </a:solidFill>
                <a:latin typeface="Cambria" panose="02040503050406030204" pitchFamily="18" charset="0"/>
              </a:rPr>
              <a:t>High_Dummy</a:t>
            </a:r>
            <a:endParaRPr lang="en-US" altLang="ko-KR" sz="4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51BD62-0854-4464-B24E-E91C32368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403" y="1081216"/>
            <a:ext cx="6561194" cy="568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93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2BD13B-91FE-4978-A47F-672129F65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057" y="1081216"/>
            <a:ext cx="8413885" cy="578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4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9F433-9E07-47CF-92F7-E23894665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599" y="1081216"/>
            <a:ext cx="8402801" cy="577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49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E35610-3350-45BA-A656-DF77BC4FE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828" y="1078891"/>
            <a:ext cx="8408343" cy="577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96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F243C-AC33-4CCD-9BAD-6C80E0C1E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057" y="1081216"/>
            <a:ext cx="8413885" cy="578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02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Reg</a:t>
            </a:r>
            <a:r>
              <a:rPr lang="ko-KR" altLang="en-US" sz="4000" dirty="0">
                <a:solidFill>
                  <a:schemeClr val="bg1"/>
                </a:solidFill>
                <a:latin typeface="Cambria" panose="02040503050406030204" pitchFamily="18" charset="0"/>
              </a:rPr>
              <a:t> </a:t>
            </a:r>
            <a:r>
              <a:rPr lang="en-US" altLang="ko-KR" sz="4000" dirty="0" err="1">
                <a:solidFill>
                  <a:schemeClr val="bg1"/>
                </a:solidFill>
                <a:latin typeface="Cambria" panose="02040503050406030204" pitchFamily="18" charset="0"/>
              </a:rPr>
              <a:t>RT_ig</a:t>
            </a:r>
            <a:r>
              <a:rPr lang="ko-KR" altLang="en-US" sz="4000" dirty="0">
                <a:solidFill>
                  <a:schemeClr val="bg1"/>
                </a:solidFill>
                <a:latin typeface="Cambria" panose="02040503050406030204" pitchFamily="18" charset="0"/>
              </a:rPr>
              <a:t> </a:t>
            </a:r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on </a:t>
            </a:r>
            <a:r>
              <a:rPr lang="en-US" altLang="ko-KR" sz="4000" dirty="0" err="1">
                <a:solidFill>
                  <a:schemeClr val="bg1"/>
                </a:solidFill>
                <a:latin typeface="Cambria" panose="02040503050406030204" pitchFamily="18" charset="0"/>
              </a:rPr>
              <a:t>High_Dummy</a:t>
            </a:r>
            <a:r>
              <a:rPr lang="ko-KR" altLang="en-US" sz="4000" dirty="0">
                <a:solidFill>
                  <a:schemeClr val="bg1"/>
                </a:solidFill>
                <a:latin typeface="Cambria" panose="02040503050406030204" pitchFamily="18" charset="0"/>
              </a:rPr>
              <a:t> </a:t>
            </a:r>
            <a:endParaRPr lang="en-US" altLang="ko-KR" sz="4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7FB1BB-3476-4695-B4EB-C645AEE3B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129" y="1081216"/>
            <a:ext cx="7785741" cy="566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8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16811</TotalTime>
  <Words>112</Words>
  <Application>Microsoft Office PowerPoint</Application>
  <PresentationFormat>Widescreen</PresentationFormat>
  <Paragraphs>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Cambria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한병헌</dc:creator>
  <cp:lastModifiedBy>Byunghun Hahn</cp:lastModifiedBy>
  <cp:revision>1820</cp:revision>
  <dcterms:created xsi:type="dcterms:W3CDTF">2024-09-27T06:19:06Z</dcterms:created>
  <dcterms:modified xsi:type="dcterms:W3CDTF">2025-06-22T11:31:49Z</dcterms:modified>
</cp:coreProperties>
</file>